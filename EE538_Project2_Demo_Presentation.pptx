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Assistant Extension - System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EE538 Project 2 | End-to-End Architecture and Demo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Build a Chrome extension that extracts lecture/page content and summarizes it.</a:t>
            </a:r>
          </a:p>
          <a:p>
            <a:pPr/>
            <a:r>
              <a:t>Keep UI simple for demo: upload file OR summarize active webpage.</a:t>
            </a:r>
          </a:p>
          <a:p>
            <a:pPr/>
            <a:r>
              <a:t>Current popup output shows summarized text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Chrome Extension frontend: popup.html + popup.js + content.js + manifest.json</a:t>
            </a:r>
          </a:p>
          <a:p>
            <a:pPr/>
            <a:r>
              <a:t>Backend API: Node.js/Express service on http://localhost:3000</a:t>
            </a:r>
          </a:p>
          <a:p>
            <a:pPr/>
            <a:r>
              <a:t>Optional OpenAI model integration in /summarize-text</a:t>
            </a:r>
          </a:p>
          <a:p>
            <a:pPr/>
            <a:r>
              <a:t>Data flow: Browser Page/File -&gt; Extension -&gt; Backend -&gt; Summary -&gt; Popup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Extension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manifest.json: permissions, popup registration, scripts</a:t>
            </a:r>
          </a:p>
          <a:p>
            <a:pPr/>
            <a:r>
              <a:t>popup.html: modern English UI sections (Input / Actions / Status / Output)</a:t>
            </a:r>
          </a:p>
          <a:p>
            <a:pPr/>
            <a:r>
              <a:t>popup.js: button events, extraction, backend calls, status handling</a:t>
            </a:r>
          </a:p>
          <a:p>
            <a:pPr/>
            <a:r>
              <a:t>content.js: extracts title/url/text/transcript candidates from active tab</a:t>
            </a:r>
          </a:p>
          <a:p>
            <a:pPr/>
            <a:r>
              <a:t>background.js: install lifecycle logging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Main User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A) Summarize Current Page</a:t>
            </a:r>
          </a:p>
          <a:p>
            <a:pPr lvl="1"/>
            <a:r>
              <a:t>Click 'Summarize Current Page'</a:t>
            </a:r>
          </a:p>
          <a:p>
            <a:pPr lvl="1"/>
            <a:r>
              <a:t>popup.js asks content.js for extraction</a:t>
            </a:r>
          </a:p>
          <a:p>
            <a:pPr lvl="1"/>
            <a:r>
              <a:t>payload sent to /summarize-text</a:t>
            </a:r>
          </a:p>
          <a:p>
            <a:pPr lvl="1"/>
            <a:r>
              <a:t>summary returned and shown in output</a:t>
            </a:r>
          </a:p>
          <a:p>
            <a:pPr/>
            <a:r>
              <a:t>B) Upload &amp; Summarize</a:t>
            </a:r>
          </a:p>
          <a:p>
            <a:pPr lvl="1"/>
            <a:r>
              <a:t>User selects local audio/video file</a:t>
            </a:r>
          </a:p>
          <a:p>
            <a:pPr lvl="1"/>
            <a:r>
              <a:t>popup.js submits to /jobs and polls /jobs/:id</a:t>
            </a:r>
          </a:p>
          <a:p>
            <a:pPr lvl="1"/>
            <a:r>
              <a:t>summary from job result displayed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Backend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GET /health: verify service status</a:t>
            </a:r>
          </a:p>
          <a:p>
            <a:pPr/>
            <a:r>
              <a:t>POST /jobs: create async file-processing job</a:t>
            </a:r>
          </a:p>
          <a:p>
            <a:pPr/>
            <a:r>
              <a:t>GET /jobs/:id: return job status/result</a:t>
            </a:r>
          </a:p>
          <a:p>
            <a:pPr/>
            <a:r>
              <a:t>POST /summarize-text: summarize extracted text</a:t>
            </a:r>
          </a:p>
          <a:p>
            <a:pPr/>
            <a:r>
              <a:t>GET /search: placeholder route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Summarization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LLM mode: OpenAI call when OPENAI_API_KEY is set</a:t>
            </a:r>
          </a:p>
          <a:p>
            <a:pPr/>
            <a:r>
              <a:t>Fallback mode: heuristic summary if key is unavailable</a:t>
            </a:r>
          </a:p>
          <a:p>
            <a:pPr/>
            <a:r>
              <a:t>Popup only prints one field to user: summary</a:t>
            </a:r>
          </a:p>
          <a:p>
            <a:pPr/>
            <a:r>
              <a:t>This keeps demo output concise and clean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Demo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Start backend in backend folder: npm start</a:t>
            </a:r>
          </a:p>
          <a:p>
            <a:pPr/>
            <a:r>
              <a:t>Confirm health endpoint returns OK</a:t>
            </a:r>
          </a:p>
          <a:p>
            <a:pPr/>
            <a:r>
              <a:t>Load extension unpacked from extension folder</a:t>
            </a:r>
          </a:p>
          <a:p>
            <a:pPr/>
            <a:r>
              <a:t>Open a content-rich webpage</a:t>
            </a:r>
          </a:p>
          <a:p>
            <a:pPr/>
            <a:r>
              <a:t>Run 'Summarize Current Page' and present output</a:t>
            </a:r>
          </a:p>
          <a:p>
            <a:pPr/>
            <a:r>
              <a:t>Optional: demonstrate Upload &amp; Summarize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Demo Talk Track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popup is the user-facing control panel.</a:t>
            </a:r>
          </a:p>
          <a:p>
            <a:pPr/>
            <a:r>
              <a:t>The content script extracts text from the current webpage.</a:t>
            </a:r>
          </a:p>
          <a:p>
            <a:pPr/>
            <a:r>
              <a:t>The backend performs summarization and returns plain text.</a:t>
            </a:r>
          </a:p>
          <a:p>
            <a:pPr/>
            <a:r>
              <a:t>The architecture separates UI, extraction, and inference layers.</a:t>
            </a:r>
          </a:p>
          <a:p>
            <a:pPr/>
            <a:r>
              <a:t>This modular design makes debugging and future upgrades easier.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Common Errors and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Failed to fetch: backend not running or wrong port</a:t>
            </a:r>
          </a:p>
          <a:p>
            <a:pPr/>
            <a:r>
              <a:t>EADDRINUSE on port 3000: stop previous node process</a:t>
            </a:r>
          </a:p>
          <a:p>
            <a:pPr/>
            <a:r>
              <a:t>500 on summarize: check backend log for model/key/quota issues</a:t>
            </a:r>
          </a:p>
          <a:p>
            <a:pPr/>
            <a:r>
              <a:t>Language mismatch in file picker: solved via custom English file button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Settings page for API base URL and model choice</a:t>
            </a:r>
          </a:p>
          <a:p>
            <a:pPr/>
            <a:r>
              <a:t>Stronger transcript extraction for lecture platforms</a:t>
            </a:r>
          </a:p>
          <a:p>
            <a:pPr/>
            <a:r>
              <a:t>Real media transcription pipeline in /jobs</a:t>
            </a:r>
          </a:p>
          <a:p>
            <a:pPr/>
            <a:r>
              <a:t>Export summary to Markdown/PDF</a:t>
            </a:r>
          </a:p>
          <a:p>
            <a:pPr/>
            <a:r>
              <a:t>Quality/latency evaluation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